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828800"/>
            <a:ext cx="7315200" cy="73152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457200"/>
            <a:ext cx="4572000" cy="457200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914400"/>
            <a:ext cx="1188720" cy="292608"/>
          </a:xfrm>
          <a:prstGeom prst="rect">
            <a:avLst/>
          </a:prstGeom>
          <a:solidFill>
            <a:srgbClr val="22C55E">
              <a:alpha val="20000"/>
            </a:srgbClr>
          </a:solidFill>
          <a:ln w="635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Local-first research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knowledge system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Scan PDFs → extract structured knowledge → compile a queryable wiki → ask questions across the whole corpus.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task-routed providers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4572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429000" y="5440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pluggable LLM tasks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4572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035040" y="5440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lifecycle stages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41080" y="4572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85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641080" y="5440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compiled wiki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Powered by a task-routed model gateway · OpenAI · OpenAI-compatible · local Codex CLI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solidFill>
            <a:srgbClr val="6366F1">
              <a:alpha val="20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reading workflow that doesn't compound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Researchers read a lot — but the knowledge stays scattered, and asking "what do I actually know?" is hard.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394960" cy="18288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539496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591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PDFs sit in a folder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Once you finish a paper, the knowledge disappears into a static file. There is no structured handle on it later.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394960" cy="18288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2194560"/>
            <a:ext cx="5394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3591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Notes drift apart from sources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Highlight-and-quote tools collect snippets, but rarely connect them to a paper-level identity.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5394960" cy="18288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251960"/>
            <a:ext cx="539496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4165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way to ask across papers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8006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Chat-with-PDF apps treat each paper as an island. Cross-paper synthesis falls back to memory.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4251960"/>
            <a:ext cx="5394960" cy="18288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4251960"/>
            <a:ext cx="53949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4165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 costs aren't observable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48006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tool burns tokens differently — without per-task accounting you cannot tune cost vs. quality.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Knowra · Local-First Research Knowledge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solidFill>
            <a:srgbClr val="6366F1">
              <a:alpha val="20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Compile the corpus once. Then ask, lint, and grow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Knowra treats your local PDFs as raw material for a compiled, queryable knowledge layer that thickens over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520440" cy="356616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86000"/>
            <a:ext cx="352044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COMPILE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.md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Knowledge → markdown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Structured extraction per paper, plus concept pages compiled by LLM, plus a graph of typed edges between them.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286000"/>
            <a:ext cx="3520440" cy="356616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286000"/>
            <a:ext cx="352044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5146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572000" y="4114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across the wiki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4617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agent reads the compiled wiki (not the raw PDFs) — answers are cited, sessions persist, strong answers file back as concepts.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2286000"/>
            <a:ext cx="3520440" cy="356616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286000"/>
            <a:ext cx="35204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5146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MAINTAIN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75320" y="28346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Lint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8275320" y="4114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Health-check loop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75320" y="4617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 layer + single Agent call surfaces thin pages, mergeable pairs, and missing connecting concepts — Karpathy's LLM-KB blueprint.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around a task-routed model gateway: every LLM step has its own logical task with its own provider binding and telemetry row.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Knowra · Local-First Research Knowledge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solidFill>
            <a:srgbClr val="6366F1">
              <a:alpha val="20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Raw PDFs become a graph + wiki + ask-able knowledge layer through 6 LLM-routed stages.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108960"/>
            <a:ext cx="1691640" cy="132588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3108960"/>
            <a:ext cx="169164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PDFs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data/papers/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2304288" y="3698748"/>
            <a:ext cx="118872" cy="146304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3108960"/>
            <a:ext cx="1691640" cy="132588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3108960"/>
            <a:ext cx="169164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Extract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87752" y="3611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paper_extract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87752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4160520" y="3698748"/>
            <a:ext cx="118872" cy="146304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3108960"/>
            <a:ext cx="1691640" cy="132588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06824" y="3108960"/>
            <a:ext cx="169164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3984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5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43984" y="3611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 + Edges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43984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similar+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6016752" y="3698748"/>
            <a:ext cx="118872" cy="146304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3108960"/>
            <a:ext cx="1691640" cy="132588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3108960"/>
            <a:ext cx="1691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Compile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0216" y="3611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wiki_compile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0216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.md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rot="5400000">
            <a:off x="7872984" y="3698748"/>
            <a:ext cx="118872" cy="146304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19288" y="3108960"/>
            <a:ext cx="1691640" cy="132588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19288" y="3108960"/>
            <a:ext cx="169164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56448" y="3611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ask_agent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56448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cross-wiki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rot="5400000">
            <a:off x="9729216" y="3698748"/>
            <a:ext cx="118872" cy="146304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75520" y="3108960"/>
            <a:ext cx="1691640" cy="132588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75520" y="3108960"/>
            <a:ext cx="169164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12680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3F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Maintain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12680" y="36118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wiki_lint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012680" y="4041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health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50749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TELEMETRY ·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LLM call writes a row to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llm_calls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(task / provider / model / surface / tokens / latency / success). The dashboard's cost panel reads this directly.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Knowra · Local-First Research Knowledge System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solidFill>
            <a:srgbClr val="6366F1">
              <a:alpha val="20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· PAGE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知识 · Knowledge Graph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Main workspace. Pipeline Console on the left, Cytoscape canvas in the middle, node detail drawer on the right.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7315200" cy="4114800"/>
          </a:xfrm>
          <a:prstGeom prst="rect">
            <a:avLst/>
          </a:prstGeom>
          <a:solidFill>
            <a:srgbClr val="141821"/>
          </a:solidFill>
          <a:ln w="9525">
            <a:solidFill>
              <a:srgbClr val="1E293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7315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【知识】默认视图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docs/screenshots/01-graph-default.png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103120"/>
            <a:ext cx="3291840" cy="96012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2103120"/>
            <a:ext cx="329184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①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82396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录入 / 处理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2396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Scan PDFs, run extraction, surface failure modes.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0" y="3182112"/>
            <a:ext cx="3291840" cy="96012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3182112"/>
            <a:ext cx="32918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336499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23960" y="3319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筛选 / 概念精选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23960" y="35935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Heuristic + Agent promotion, manual review, rescue rejected.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0" y="4261104"/>
            <a:ext cx="3291840" cy="96012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4261104"/>
            <a:ext cx="329184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444398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③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823960" y="4398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编译 / Wiki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23960" y="46725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Recompile paper pages &amp; concept pages on demand.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0" y="5340096"/>
            <a:ext cx="3291840" cy="96012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5340096"/>
            <a:ext cx="329184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552297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F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④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823960" y="5477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健检 / Lint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23960" y="57515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thin pages, mergeable pairs, missing concepts.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Knowra · Local-First Research Knowledge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solidFill>
            <a:srgbClr val="6366F1">
              <a:alpha val="20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· PAGE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论文 · Papers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Paper library. Scan a directory, see per-paper processing state, batch-retry failed ones, drill into raw extraction.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7772400" cy="4114800"/>
          </a:xfrm>
          <a:prstGeom prst="rect">
            <a:avLst/>
          </a:prstGeom>
          <a:solidFill>
            <a:srgbClr val="141821"/>
          </a:solidFill>
          <a:ln w="9525">
            <a:solidFill>
              <a:srgbClr val="1E293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7772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【论文】论文库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docs/screenshots/05-papers.png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0" y="2103120"/>
            <a:ext cx="2834640" cy="41148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0" y="2103120"/>
            <a:ext cx="283464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15400" y="2267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0" y="2606040"/>
            <a:ext cx="2514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source of truth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processing flows out of this list — no hidden state, no orphan files.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Failure-aware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Failed extractions stay marked, with last-error-stage / reason / recoverable-flag persisted.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
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Idempotent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Re-scan adds new PDFs but never re-processes ones already in the DB unless you ask.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Knowra · Local-First Research Knowledge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solidFill>
            <a:srgbClr val="6366F1">
              <a:alpha val="20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· PAGE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回顾 · Review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Per-paper workspace: structured extraction, personal notes, follow-up chat, and in-app PDF reader.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486400" cy="3657600"/>
          </a:xfrm>
          <a:prstGeom prst="rect">
            <a:avLst/>
          </a:prstGeom>
          <a:solidFill>
            <a:srgbClr val="141821"/>
          </a:solidFill>
          <a:ln w="9525">
            <a:solidFill>
              <a:srgbClr val="1E293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【回顾】默认视图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docs/screenshots/06-review-default.png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486400" cy="3657600"/>
          </a:xfrm>
          <a:prstGeom prst="rect">
            <a:avLst/>
          </a:prstGeom>
          <a:solidFill>
            <a:srgbClr val="141821"/>
          </a:solidFill>
          <a:ln w="9525">
            <a:solidFill>
              <a:srgbClr val="1E293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263640" y="210312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【回顾】PDF 浮窗打开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docs/screenshots/07-review-pdf-open.png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897880"/>
            <a:ext cx="10881360" cy="594360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5897880"/>
            <a:ext cx="73152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8978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POSITION-PRESERVING PDF ·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Side-anchored reader covers notes + first-page but never the structured column. Zoom anchors on the visual center; close-and-reopen resumes at the same paragraph.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Knowra · Local-First Research Knowledge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solidFill>
            <a:srgbClr val="6366F1">
              <a:alpha val="20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· PAGE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看板 · 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Read-only board describing the whole KB. One backend aggregation → every widget reflects the same snapshot.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7315200" cy="4114800"/>
          </a:xfrm>
          <a:prstGeom prst="rect">
            <a:avLst/>
          </a:prstGeom>
          <a:solidFill>
            <a:srgbClr val="141821"/>
          </a:solidFill>
          <a:ln w="9525">
            <a:solidFill>
              <a:srgbClr val="1E293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7315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【看板】数据看板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docs/screenshots/08-dashboard.png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103120"/>
            <a:ext cx="3291840" cy="64008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2103120"/>
            <a:ext cx="329184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21945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Radar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18320" y="2194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Top-6 tags × papers / concepts / edge density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2816352"/>
            <a:ext cx="3291840" cy="64008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2816352"/>
            <a:ext cx="329184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9077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8320" y="29077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12-week timeline from existing timestamps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3529584"/>
            <a:ext cx="3291840" cy="64008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3529584"/>
            <a:ext cx="32918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36210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0" y="362102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Paper category + node type pies with chip legend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4242816"/>
            <a:ext cx="3291840" cy="64008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4242816"/>
            <a:ext cx="329184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433425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18320" y="433425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status × promoted_by stacked bar + oldest pending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4956048"/>
            <a:ext cx="3291840" cy="64008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4956048"/>
            <a:ext cx="329184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50474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Network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18320" y="50474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Hub top-10 by degree, orphans, avg degree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0" y="5669280"/>
            <a:ext cx="3291840" cy="64008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5669280"/>
            <a:ext cx="329184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5760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 Cost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18320" y="5760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30d calls / tokens / latency by task and model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Knowra · Local-First Research Knowledge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solidFill>
            <a:srgbClr val="6366F1">
              <a:alpha val="20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· PAGE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设置 · Settings — task-routed model gateway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Bind a model per logical task. Mix providers freely. Cheap tasks go to local Codex; heavy reasoning routes to your best provider.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943600" cy="4114800"/>
          </a:xfrm>
          <a:prstGeom prst="rect">
            <a:avLst/>
          </a:prstGeom>
          <a:solidFill>
            <a:srgbClr val="141821"/>
          </a:solidFill>
          <a:ln w="9525">
            <a:solidFill>
              <a:srgbClr val="1E293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5943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【设置】Settings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docs/screenshots/09-settings.png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6560" y="2103120"/>
            <a:ext cx="4754880" cy="41148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2103120"/>
            <a:ext cx="47548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2267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tasks · 3 provider families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03720" y="2697480"/>
            <a:ext cx="4480560" cy="384048"/>
          </a:xfrm>
          <a:prstGeom prst="rect">
            <a:avLst/>
          </a:prstGeom>
          <a:solidFill>
            <a:srgbClr val="141821"/>
          </a:solidFill>
          <a:ln w="12700">
            <a:solidFill>
              <a:srgbClr val="1418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697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paper_extract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0" y="2697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OpenAI VLM · Codex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paper_chat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0" y="3108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OpenAI VLM · Codex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3520440"/>
            <a:ext cx="4480560" cy="384048"/>
          </a:xfrm>
          <a:prstGeom prst="rect">
            <a:avLst/>
          </a:prstGeom>
          <a:solidFill>
            <a:srgbClr val="141821"/>
          </a:solidFill>
          <a:ln w="12700">
            <a:solidFill>
              <a:srgbClr val="1418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520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0" y="3520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OpenAI embedding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wiki_compile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69680" y="39319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Any text route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4343400"/>
            <a:ext cx="4480560" cy="384048"/>
          </a:xfrm>
          <a:prstGeom prst="rect">
            <a:avLst/>
          </a:prstGeom>
          <a:solidFill>
            <a:srgbClr val="141821"/>
          </a:solidFill>
          <a:ln w="12700">
            <a:solidFill>
              <a:srgbClr val="1418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343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0" y="4343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OpenAI · compat · Codex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4754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ask_synthesis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69680" y="4754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OpenAI · compat · Codex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5166360"/>
            <a:ext cx="4480560" cy="384048"/>
          </a:xfrm>
          <a:prstGeom prst="rect">
            <a:avLst/>
          </a:prstGeom>
          <a:solidFill>
            <a:srgbClr val="141821"/>
          </a:solidFill>
          <a:ln w="12700">
            <a:solidFill>
              <a:srgbClr val="1418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5166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promotion_judge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0" y="5166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OpenAI · compat · Codex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5577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wiki_lint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0" y="5577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OpenAI · compat · Codex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Knowra · Local-First Research Knowledge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solidFill>
            <a:srgbClr val="6366F1">
              <a:alpha val="20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·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Wiki health-check loop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Karpathy's LLM knowledge-base blueprint, made concrete: rule layer + one bounded Agent call + applyable report.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" y="2743200"/>
            <a:ext cx="2697480" cy="13716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2743200"/>
            <a:ext cx="26974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880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Compiled wiki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.md + index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3154680" y="3355848"/>
            <a:ext cx="118872" cy="146304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00984" y="2743200"/>
            <a:ext cx="2697480" cy="13716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00984" y="274320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2880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83864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Zero-token scan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83864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待充实 · 可合并 · 待建概念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016752" y="3355848"/>
            <a:ext cx="118872" cy="146304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2743200"/>
            <a:ext cx="2697480" cy="13716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2743200"/>
            <a:ext cx="269748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2880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5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45936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LLM call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45936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enrich / merge / drop verdicts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8878824" y="3355848"/>
            <a:ext cx="118872" cy="146304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25128" y="2743200"/>
            <a:ext cx="2697480" cy="13716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25128" y="2743200"/>
            <a:ext cx="26974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8008" y="2880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08008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lint-report.md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08008" y="3657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alias-tagged · Obsidian-readable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937760"/>
            <a:ext cx="3657600" cy="13716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937760"/>
            <a:ext cx="36576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102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Recompile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5486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pages with new source material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80560" y="4937760"/>
            <a:ext cx="3657600" cy="13716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4937760"/>
            <a:ext cx="36576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5102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Merge / Accept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09160" y="5486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single-paper stubs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21040" y="4937760"/>
            <a:ext cx="3657600" cy="13716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0" y="4937760"/>
            <a:ext cx="36576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9640" y="5102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follow-up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49640" y="5486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Feeds back into the wiki loop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Knowra · Local-First Research Knowledge System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solidFill>
            <a:srgbClr val="6366F1">
              <a:alpha val="20000"/>
            </a:srgbClr>
          </a:solidFill>
          <a:ln w="635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· WHY IT'S DIFFERENT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design choices most "chat-with-PDF" tools skip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one compounds: token cost, recall quality, and UX all improve as the corpus grows.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394960" cy="18288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539496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2024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Task-routed model gateway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28803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Per-task provider binding. Cheap operations (paper_chat, embedding) on one model; heavy reasoning (ask, lint) on another. Every call recorded.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194560"/>
            <a:ext cx="5394960" cy="18288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194560"/>
            <a:ext cx="53949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236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Compile, don't retrieve raw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52360" y="28803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reads the compiled wiki .md layer, not the raw PDFs. Answers are grounded in your curated knowledge, not in noisy chunks.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5394960" cy="18288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251960"/>
            <a:ext cx="5394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2024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Local-first by design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20240" y="49377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data on disk under data/. SQLite + plain markdown. Open data/wiki/ as an Obsidian vault and backlinks work out of the box.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4251960"/>
            <a:ext cx="5394960" cy="1828800"/>
          </a:xfrm>
          <a:prstGeom prst="rect">
            <a:avLst/>
          </a:prstGeom>
          <a:solidFill>
            <a:srgbClr val="0F111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4251960"/>
            <a:ext cx="539496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5236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Outputs add up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52360" y="49377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answers can be filed back as concept pages OR exported as Marp decks / reports — re-indexed and immediately findable by the next Ask.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49224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Knowra · Local-First Research Knowledge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18288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once.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366F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Compile forever.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Knowra turns the papers you've already read into a knowledge base that grows with every new question you ask.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120640"/>
            <a:ext cx="804672" cy="310896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12064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5120640"/>
            <a:ext cx="713232" cy="310896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512064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5120640"/>
            <a:ext cx="1261872" cy="310896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512064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+ Vite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5120640"/>
            <a:ext cx="1078992" cy="310896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512064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5120640"/>
            <a:ext cx="1261872" cy="310896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512064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Cytoscape.js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5120640"/>
            <a:ext cx="896112" cy="310896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5120640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5120640"/>
            <a:ext cx="987552" cy="310896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512064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react-pdf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0" y="5120640"/>
            <a:ext cx="1078992" cy="310896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512064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SDK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875520" y="5120640"/>
            <a:ext cx="987552" cy="310896"/>
          </a:xfrm>
          <a:prstGeom prst="rect">
            <a:avLst/>
          </a:prstGeom>
          <a:solidFill>
            <a:srgbClr val="0F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0" y="512064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CLI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github.com/vince-xunzhe/Knowra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Knowra — Local-First Research Knowledge System</dc:title>
  <dc:subject>PptxGenJS Presentation</dc:subject>
  <dc:creator>Knowra</dc:creator>
  <cp:lastModifiedBy>Knowra</cp:lastModifiedBy>
  <cp:revision>1</cp:revision>
  <dcterms:created xsi:type="dcterms:W3CDTF">2026-05-27T15:53:24Z</dcterms:created>
  <dcterms:modified xsi:type="dcterms:W3CDTF">2026-05-27T15:53:24Z</dcterms:modified>
</cp:coreProperties>
</file>